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sldIdLst>
    <p:sldId id="1251" r:id="rId2"/>
    <p:sldId id="1222" r:id="rId3"/>
    <p:sldId id="1216" r:id="rId4"/>
    <p:sldId id="1220" r:id="rId5"/>
    <p:sldId id="1218" r:id="rId6"/>
    <p:sldId id="1223" r:id="rId7"/>
    <p:sldId id="1254" r:id="rId8"/>
    <p:sldId id="1252" r:id="rId9"/>
    <p:sldId id="1253" r:id="rId10"/>
    <p:sldId id="125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472C4"/>
    <a:srgbClr val="ADB9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4660"/>
  </p:normalViewPr>
  <p:slideViewPr>
    <p:cSldViewPr snapToGrid="0">
      <p:cViewPr varScale="1">
        <p:scale>
          <a:sx n="92" d="100"/>
          <a:sy n="92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6FF22-B1CA-4671-AC40-D6AD1168A308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98136-AF60-47F2-887F-3284FB6203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427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028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455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8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75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12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16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64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33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32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293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080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0240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C02D7-CBD1-4D33-B166-78A898DF0F76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5ECF2-9EE9-4E94-BB06-97D79EC540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34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isshouniv-my.sharepoint.com/:f:/g/personal/uf05762gi_rissho-univ_jp/EgHgYH246aNGldl_yeERCpMBVFiuy_eiu4DeQ_tDfUCwGQ?e=WvXa6x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613EE4-5F10-7EC0-FEA9-4BEF3195B58D}"/>
              </a:ext>
            </a:extLst>
          </p:cNvPr>
          <p:cNvSpPr txBox="1"/>
          <p:nvPr/>
        </p:nvSpPr>
        <p:spPr>
          <a:xfrm>
            <a:off x="656705" y="2685011"/>
            <a:ext cx="8413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Python</a:t>
            </a: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実行環境をインストール</a:t>
            </a:r>
            <a:r>
              <a:rPr kumimoji="1" lang="en-US" altLang="ja-JP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(Anaconda)</a:t>
            </a:r>
            <a:endParaRPr kumimoji="1" lang="ja-JP" altLang="en-US" sz="3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07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0B18730-A370-C33E-EC64-64FD04C78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622" y="1508238"/>
            <a:ext cx="9868755" cy="529635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CD5729-0EB3-756A-27B1-DD637FC7FF2F}"/>
              </a:ext>
            </a:extLst>
          </p:cNvPr>
          <p:cNvSpPr txBox="1"/>
          <p:nvPr/>
        </p:nvSpPr>
        <p:spPr>
          <a:xfrm>
            <a:off x="401217" y="307909"/>
            <a:ext cx="83052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Anaconda 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でググって、以下のページから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Download</a:t>
            </a:r>
          </a:p>
          <a:p>
            <a:pPr marL="457200" indent="-457200" algn="l">
              <a:buFont typeface="+mj-lt"/>
              <a:buAutoNum type="arabicPeriod"/>
            </a:pP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Download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が終わったら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.exe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を実行してイストール開始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次頁以降の画面に注意してインストール</a:t>
            </a:r>
          </a:p>
        </p:txBody>
      </p:sp>
    </p:spTree>
    <p:extLst>
      <p:ext uri="{BB962C8B-B14F-4D97-AF65-F5344CB8AC3E}">
        <p14:creationId xmlns:p14="http://schemas.microsoft.com/office/powerpoint/2010/main" val="179427332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824CEC8-78CA-8101-F174-D306953D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295" y="1259535"/>
            <a:ext cx="7124700" cy="549592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00AEB7-6DA3-132A-D5B3-CC207726AA27}"/>
              </a:ext>
            </a:extLst>
          </p:cNvPr>
          <p:cNvSpPr txBox="1"/>
          <p:nvPr/>
        </p:nvSpPr>
        <p:spPr>
          <a:xfrm>
            <a:off x="2995127" y="816227"/>
            <a:ext cx="5726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Just me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でないと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path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を自動で通せない</a:t>
            </a:r>
          </a:p>
        </p:txBody>
      </p:sp>
    </p:spTree>
    <p:extLst>
      <p:ext uri="{BB962C8B-B14F-4D97-AF65-F5344CB8AC3E}">
        <p14:creationId xmlns:p14="http://schemas.microsoft.com/office/powerpoint/2010/main" val="41108914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C93202C-8864-8BF7-BEB5-FDEA9AE81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446" y="2210383"/>
            <a:ext cx="5624440" cy="433970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2B58DA-2477-42F9-B003-A2A2AC18AF06}"/>
              </a:ext>
            </a:extLst>
          </p:cNvPr>
          <p:cNvSpPr txBox="1"/>
          <p:nvPr/>
        </p:nvSpPr>
        <p:spPr>
          <a:xfrm>
            <a:off x="681135" y="466531"/>
            <a:ext cx="11264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ユーザーアカウントを日本語で登録していると正常にインストールできないので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以下のように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C: 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直下に新規フォルダーを作ってインストール先にする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298F6E0-494A-ED22-9748-F5DA5BC78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0" y="2210383"/>
            <a:ext cx="5369865" cy="442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83950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8E45B53-8483-10E5-4183-860FDB3F0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661987"/>
            <a:ext cx="7134225" cy="5534025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24677C-14C7-3E39-F42B-87B4E8D56C93}"/>
              </a:ext>
            </a:extLst>
          </p:cNvPr>
          <p:cNvSpPr txBox="1"/>
          <p:nvPr/>
        </p:nvSpPr>
        <p:spPr>
          <a:xfrm>
            <a:off x="457200" y="368230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かならずチェックマークを入れる！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D7667036-E093-5B2F-84C3-6FFBEF16BD4B}"/>
              </a:ext>
            </a:extLst>
          </p:cNvPr>
          <p:cNvSpPr/>
          <p:nvPr/>
        </p:nvSpPr>
        <p:spPr>
          <a:xfrm>
            <a:off x="289249" y="368230"/>
            <a:ext cx="5174405" cy="555501"/>
          </a:xfrm>
          <a:prstGeom prst="wedgeRoundRectCallout">
            <a:avLst>
              <a:gd name="adj1" fmla="val 8379"/>
              <a:gd name="adj2" fmla="val 29595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866618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C05EFD-63E3-2E04-B55C-F7E65DD69D85}"/>
              </a:ext>
            </a:extLst>
          </p:cNvPr>
          <p:cNvSpPr txBox="1"/>
          <p:nvPr/>
        </p:nvSpPr>
        <p:spPr>
          <a:xfrm>
            <a:off x="254065" y="46880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動作確認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EE23BC-5D31-AD76-038B-2F914ED1C78D}"/>
              </a:ext>
            </a:extLst>
          </p:cNvPr>
          <p:cNvSpPr txBox="1"/>
          <p:nvPr/>
        </p:nvSpPr>
        <p:spPr>
          <a:xfrm>
            <a:off x="187390" y="1272657"/>
            <a:ext cx="11395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Windows 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コマンドプロンプト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アプリケーションメニューから　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windows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ツール→コマンドプロンプト）を開いて、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python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と入力。以下のような記号が出てきたら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OK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21F055D-593A-DE5C-AC0F-BE741C32D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52" y="2638342"/>
            <a:ext cx="1214490" cy="48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9888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83773E-F250-3545-36CA-70FDF65B5303}"/>
              </a:ext>
            </a:extLst>
          </p:cNvPr>
          <p:cNvSpPr txBox="1"/>
          <p:nvPr/>
        </p:nvSpPr>
        <p:spPr>
          <a:xfrm>
            <a:off x="673331" y="3050615"/>
            <a:ext cx="110763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https://risshouniv-my.sharepoint.com/:f:/g/personal/uf05762gi_rissho-univ_jp/EgHgYH246aNGldl_yeERCpMBVFiuy_eiu4DeQ_tDfUCwGQ?e=WvXa6x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0147B2-3DA9-B933-9792-ED65C1192191}"/>
              </a:ext>
            </a:extLst>
          </p:cNvPr>
          <p:cNvSpPr txBox="1"/>
          <p:nvPr/>
        </p:nvSpPr>
        <p:spPr>
          <a:xfrm>
            <a:off x="465713" y="813635"/>
            <a:ext cx="10282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プログラミング基礎の</a:t>
            </a:r>
            <a:r>
              <a:rPr kumimoji="1" lang="en-US" altLang="ja-JP" sz="32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Jupyter</a:t>
            </a: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ファイルをダウンロード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F63E94-8D39-E7F0-5D74-FEAA039704A0}"/>
              </a:ext>
            </a:extLst>
          </p:cNvPr>
          <p:cNvSpPr txBox="1"/>
          <p:nvPr/>
        </p:nvSpPr>
        <p:spPr>
          <a:xfrm>
            <a:off x="465713" y="1562793"/>
            <a:ext cx="117262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以下のリンクに前期の答えを格納した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各自の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のユーザーフォルダに新規フォルダ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’programming’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を作成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457200" indent="-457200" algn="l">
              <a:buFont typeface="+mj-lt"/>
              <a:buAutoNum type="arabicPeriod"/>
            </a:pP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以下のリンクからサブフォルダ毎にダウンロードして、新規フォルダに移動する</a:t>
            </a:r>
          </a:p>
        </p:txBody>
      </p:sp>
    </p:spTree>
    <p:extLst>
      <p:ext uri="{BB962C8B-B14F-4D97-AF65-F5344CB8AC3E}">
        <p14:creationId xmlns:p14="http://schemas.microsoft.com/office/powerpoint/2010/main" val="209918700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9A0CC07-0F49-A2AB-5B8B-EFD4B0754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81" y="1742203"/>
            <a:ext cx="5581304" cy="484617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4861BA-BB10-8932-C2F0-24922F683FF4}"/>
              </a:ext>
            </a:extLst>
          </p:cNvPr>
          <p:cNvSpPr txBox="1"/>
          <p:nvPr/>
        </p:nvSpPr>
        <p:spPr>
          <a:xfrm>
            <a:off x="872837" y="269626"/>
            <a:ext cx="2896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32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Jupyter</a:t>
            </a: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の起動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BDE8EE-0A85-8BE0-9947-9DDFEFF26421}"/>
              </a:ext>
            </a:extLst>
          </p:cNvPr>
          <p:cNvSpPr txBox="1"/>
          <p:nvPr/>
        </p:nvSpPr>
        <p:spPr>
          <a:xfrm>
            <a:off x="872837" y="911206"/>
            <a:ext cx="10446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今までクラウドシステム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CES alpha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を使って</a:t>
            </a:r>
            <a:r>
              <a:rPr kumimoji="1" lang="en-US" altLang="ja-JP" sz="24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Jupyer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を起動していたが、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anaconda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にバンドルされている</a:t>
            </a:r>
            <a:r>
              <a:rPr kumimoji="1" lang="en-US" altLang="ja-JP" sz="24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Jupyter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でローカル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から起動する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01B41DE-A73A-51C0-EE83-7DC514A4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41" y="1742203"/>
            <a:ext cx="5576713" cy="4846171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F9B72A0-5994-B837-D784-1290743D66D2}"/>
              </a:ext>
            </a:extLst>
          </p:cNvPr>
          <p:cNvSpPr/>
          <p:nvPr/>
        </p:nvSpPr>
        <p:spPr>
          <a:xfrm>
            <a:off x="536420" y="4822166"/>
            <a:ext cx="5495027" cy="35401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0FBE963-64D5-9595-FF4A-04EA8667ECF0}"/>
              </a:ext>
            </a:extLst>
          </p:cNvPr>
          <p:cNvSpPr/>
          <p:nvPr/>
        </p:nvSpPr>
        <p:spPr>
          <a:xfrm>
            <a:off x="6535827" y="5449019"/>
            <a:ext cx="5495027" cy="35401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7205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D34A3BF-1AC8-2C19-6414-A9A704715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52" y="1926570"/>
            <a:ext cx="9283667" cy="493143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0821F3E-36BC-53C3-48C6-D5916AF615B0}"/>
              </a:ext>
            </a:extLst>
          </p:cNvPr>
          <p:cNvSpPr txBox="1"/>
          <p:nvPr/>
        </p:nvSpPr>
        <p:spPr>
          <a:xfrm>
            <a:off x="751729" y="193339"/>
            <a:ext cx="3306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32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Jupyter</a:t>
            </a: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初期画面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35683F-A6FA-DC5F-70EB-94ADF3AC2B3D}"/>
              </a:ext>
            </a:extLst>
          </p:cNvPr>
          <p:cNvSpPr txBox="1"/>
          <p:nvPr/>
        </p:nvSpPr>
        <p:spPr>
          <a:xfrm>
            <a:off x="821252" y="890676"/>
            <a:ext cx="7608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プログラムを置いたフォルダ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’programming’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を開ける</a:t>
            </a:r>
          </a:p>
        </p:txBody>
      </p:sp>
    </p:spTree>
    <p:extLst>
      <p:ext uri="{BB962C8B-B14F-4D97-AF65-F5344CB8AC3E}">
        <p14:creationId xmlns:p14="http://schemas.microsoft.com/office/powerpoint/2010/main" val="8389754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E01938-C214-E0B2-28CB-379E104DB978}"/>
              </a:ext>
            </a:extLst>
          </p:cNvPr>
          <p:cNvSpPr txBox="1"/>
          <p:nvPr/>
        </p:nvSpPr>
        <p:spPr>
          <a:xfrm>
            <a:off x="856211" y="207818"/>
            <a:ext cx="4537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32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Jupyter</a:t>
            </a:r>
            <a:r>
              <a:rPr kumimoji="1" lang="ja-JP" altLang="en-US" sz="3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ファイルの起動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F33AD0A-078E-D25A-D109-F5B5A645F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82" y="1217719"/>
            <a:ext cx="7908404" cy="221128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F20AFE-B15F-D914-FF06-724EBB65DA98}"/>
              </a:ext>
            </a:extLst>
          </p:cNvPr>
          <p:cNvSpPr txBox="1"/>
          <p:nvPr/>
        </p:nvSpPr>
        <p:spPr>
          <a:xfrm>
            <a:off x="1148682" y="787647"/>
            <a:ext cx="7573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各答えフォルダ中の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.</a:t>
            </a:r>
            <a:r>
              <a:rPr kumimoji="1" lang="en-US" altLang="ja-JP" sz="24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ipynb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ファイルをダブルクリック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6160079-2A65-FAF7-00B7-D99DCC8C8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31" y="2236125"/>
            <a:ext cx="7064939" cy="4414057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6DBF077-84CD-C1FC-3581-09B8EA005E4A}"/>
              </a:ext>
            </a:extLst>
          </p:cNvPr>
          <p:cNvSpPr/>
          <p:nvPr/>
        </p:nvSpPr>
        <p:spPr>
          <a:xfrm>
            <a:off x="1005840" y="2036618"/>
            <a:ext cx="2992582" cy="46166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213DBA5-47DA-CA6F-0A6B-991421616646}"/>
              </a:ext>
            </a:extLst>
          </p:cNvPr>
          <p:cNvSpPr txBox="1"/>
          <p:nvPr/>
        </p:nvSpPr>
        <p:spPr>
          <a:xfrm>
            <a:off x="1005840" y="4156364"/>
            <a:ext cx="3456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CES alpha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と同様な画面に入るはず（答えが記入されている）</a:t>
            </a:r>
          </a:p>
        </p:txBody>
      </p:sp>
    </p:spTree>
    <p:extLst>
      <p:ext uri="{BB962C8B-B14F-4D97-AF65-F5344CB8AC3E}">
        <p14:creationId xmlns:p14="http://schemas.microsoft.com/office/powerpoint/2010/main" val="74297756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sz="2400" dirty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11183</TotalTime>
  <Words>251</Words>
  <Application>Microsoft Office PowerPoint</Application>
  <PresentationFormat>ワイド画面</PresentationFormat>
  <Paragraphs>22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メイリオ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hiroshi uehara</dc:creator>
  <cp:lastModifiedBy>Hiroshi Uehara</cp:lastModifiedBy>
  <cp:revision>371</cp:revision>
  <dcterms:created xsi:type="dcterms:W3CDTF">2017-07-18T05:09:25Z</dcterms:created>
  <dcterms:modified xsi:type="dcterms:W3CDTF">2025-07-02T06:05:25Z</dcterms:modified>
</cp:coreProperties>
</file>